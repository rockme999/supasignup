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g.suparain.kr" TargetMode="External" /><Relationship Id="rId3" Type="http://schemas.openxmlformats.org/officeDocument/2006/relationships/hyperlink" Target="https://bg.suparain.kr/privacy" TargetMode="External" /><Relationship Id="rId4" Type="http://schemas.openxmlformats.org/officeDocument/2006/relationships/hyperlink" Target="https://bg.suparain.kr/terms" TargetMode="External" /><Relationship Id="rId5" Type="http://schemas.openxmlformats.org/officeDocument/2006/relationships/hyperlink" Target="https://bg.suparain.kr/privacy" TargetMode="External" /><Relationship Id="rId6" Type="http://schemas.openxmlformats.org/officeDocument/2006/relationships/hyperlink" Target="https://bg.suparain.kr" TargetMode="External" /><Relationship Id="rId7" Type="http://schemas.openxmlformats.org/officeDocument/2006/relationships/hyperlink" Target="https://bg.suparain.kr/privacy" TargetMode="External" /><Relationship Id="rId8" Type="http://schemas.openxmlformats.org/officeDocument/2006/relationships/hyperlink" Target="https://bg.suparain.kr/term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번개가입 서비스 소개 — 네이버 로그인 검수용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NAVER LOGIN — 검수 제출용 서비스 소개자료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번개가입 (BungaeGaib)</a:t>
            </a:r>
          </a:p>
          <a:p>
            <a:pPr lvl="0" indent="0" marL="0">
              <a:buNone/>
            </a:pPr>
            <a:r>
              <a:rPr/>
              <a:t>카페24 쇼핑몰 소셜 로그인 기반 회원가입 솔루션</a:t>
            </a:r>
          </a:p>
          <a:p>
            <a:pPr lvl="0" indent="0" marL="0">
              <a:buNone/>
            </a:pPr>
            <a:r>
              <a:rPr/>
              <a:t>서비스 URL: https://bg.suparain.kr  |  운영사: 주식회사 수파레인  |  작성일: 2026-03-30</a:t>
            </a:r>
          </a:p>
          <a:p>
            <a:pPr lvl="0" indent="0" marL="0">
              <a:buNone/>
            </a:pPr>
            <a:r>
              <a:rPr/>
              <a:t>1 서비스 개요</a:t>
            </a:r>
          </a:p>
          <a:p>
            <a:pPr lvl="0" indent="0" marL="0">
              <a:buNone/>
            </a:pPr>
            <a:r>
              <a:rPr/>
              <a:t>번개가입이 무엇인지, 누구를 위한 서비스인지 설명합니다.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서비스 한 줄 정의</a:t>
            </a:r>
          </a:p>
          <a:p>
            <a:pPr lvl="0" indent="0" marL="0">
              <a:buNone/>
            </a:pPr>
            <a:r>
              <a:rPr/>
              <a:t>번개가입은 </a:t>
            </a:r>
            <a:r>
              <a:rPr b="1"/>
              <a:t>카페24 쇼핑몰에 설치하는 소셜 로그인 기반 회원가입 솔루션</a:t>
            </a:r>
            <a:r>
              <a:rPr/>
              <a:t>입니다.</a:t>
            </a:r>
            <a:br/>
            <a:r>
              <a:rPr/>
              <a:t>쇼핑몰 방문 고객이 네이버·카카오·구글·애플 계정을 이용해 </a:t>
            </a:r>
            <a:r>
              <a:rPr b="1"/>
              <a:t>1-클릭으로 쇼핑몰 회원가입 및 로그인</a:t>
            </a:r>
            <a:r>
              <a:rPr/>
              <a:t>을 완료할 수 있도록 합니다.</a:t>
            </a:r>
            <a:br/>
            <a:r>
              <a:rPr/>
              <a:t>복잡한 가입 양식 입력 없이 소셜 계정 인증만으로 즉시 쇼핑몰 회원이 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대상 사용자 B2B2C</a:t>
            </a:r>
          </a:p>
          <a:p>
            <a:pPr lvl="0"/>
            <a:r>
              <a:rPr/>
              <a:t>쇼핑몰 운영자 번개가입 대시보드를 통해 서비스를 설치·설정하는 카페24 쇼핑몰 운영 사업자</a:t>
            </a:r>
          </a:p>
          <a:p>
            <a:pPr lvl="0"/>
            <a:r>
              <a:rPr/>
              <a:t>쇼핑몰 고객 해당 쇼핑몰을 방문하여 소셜 계정으로 회원가입하는 일반 소비자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핵심 가치</a:t>
            </a:r>
          </a:p>
          <a:p>
            <a:pPr lvl="0"/>
            <a:r>
              <a:rPr/>
              <a:t>가입 간소화 소셜 계정 1회 인증으로 쇼핑몰 회원가입 즉시 완료</a:t>
            </a:r>
          </a:p>
          <a:p>
            <a:pPr lvl="0"/>
            <a:r>
              <a:rPr/>
              <a:t>플랫폼 연동 카페24 SSO를 통해 소셜 인증 결과를 쇼핑몰 계정으로 자동 변환</a:t>
            </a:r>
          </a:p>
          <a:p>
            <a:pPr lvl="0"/>
            <a:r>
              <a:rPr/>
              <a:t>운영 편의 관리자 대시보드에서 가입 통계·위젯 디자인·프로바이더 설정 관리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서비스 URL</a:t>
            </a:r>
          </a:p>
          <a:p>
            <a:pPr lvl="0"/>
            <a:r>
              <a:rPr/>
              <a:t>서비스 메인 </a:t>
            </a:r>
            <a:r>
              <a:rPr>
                <a:hlinkClick r:id="rId2"/>
              </a:rPr>
              <a:t>https://bg.suparain.kr</a:t>
            </a:r>
          </a:p>
          <a:p>
            <a:pPr lvl="0"/>
            <a:r>
              <a:rPr/>
              <a:t>개인정보처리방침 </a:t>
            </a:r>
            <a:r>
              <a:rPr>
                <a:hlinkClick r:id="rId3"/>
              </a:rPr>
              <a:t>https://bg.suparain.kr/privacy</a:t>
            </a:r>
          </a:p>
          <a:p>
            <a:pPr lvl="0"/>
            <a:r>
              <a:rPr/>
              <a:t>이용약관 </a:t>
            </a:r>
            <a:r>
              <a:rPr>
                <a:hlinkClick r:id="rId4"/>
              </a:rPr>
              <a:t>https://bg.suparain.kr/terms</a:t>
            </a:r>
          </a:p>
          <a:p>
            <a:pPr lvl="0" indent="0" marL="0">
              <a:buNone/>
            </a:pPr>
            <a:r>
              <a:rPr/>
              <a:t>2 서비스 구조도</a:t>
            </a:r>
          </a:p>
          <a:p>
            <a:pPr lvl="0" indent="0" marL="0">
              <a:buNone/>
            </a:pPr>
            <a:r>
              <a:rPr/>
              <a:t>쇼핑몰 고객이 네이버 로그인 버튼을 누른 순간부터 카페24 쇼핑몰 회원가입이 완료되기까지의 전체 흐름입니다.</a:t>
            </a:r>
          </a:p>
          <a:p>
            <a:pPr lvl="0" indent="0" marL="0">
              <a:buNone/>
            </a:pPr>
            <a:r>
              <a:rPr/>
              <a:t>쇼핑몰 방문 고객</a:t>
            </a:r>
          </a:p>
          <a:p>
            <a:pPr lvl="0" indent="0" marL="0">
              <a:buNone/>
            </a:pPr>
            <a:r>
              <a:rPr/>
              <a:t>소셜 계정 보유자</a:t>
            </a:r>
            <a:br/>
            <a:r>
              <a:rPr/>
              <a:t>(최종 소비자)</a:t>
            </a:r>
          </a:p>
          <a:p>
            <a:pPr lvl="0" indent="0" marL="0">
              <a:buNone/>
            </a:pPr>
            <a:r>
              <a:rPr/>
              <a:t>버튼 클릭</a:t>
            </a:r>
          </a:p>
          <a:p>
            <a:pPr lvl="0" indent="0" marL="0">
              <a:buNone/>
            </a:pPr>
            <a:r>
              <a:rPr/>
              <a:t>번개가입 위젯</a:t>
            </a:r>
          </a:p>
          <a:p>
            <a:pPr lvl="0" indent="0" marL="0">
              <a:buNone/>
            </a:pPr>
            <a:r>
              <a:rPr/>
              <a:t>카페24 쇼핑몰에</a:t>
            </a:r>
            <a:br/>
            <a:r>
              <a:rPr/>
              <a:t>설치된 버튼 UI</a:t>
            </a:r>
          </a:p>
          <a:p>
            <a:pPr lvl="0" indent="0" marL="0">
              <a:buNone/>
            </a:pPr>
            <a:r>
              <a:rPr/>
              <a:t>OAuth 인증 요청</a:t>
            </a:r>
          </a:p>
          <a:p>
            <a:pPr lvl="0" indent="0" marL="0">
              <a:buNone/>
            </a:pPr>
            <a:r>
              <a:rPr/>
              <a:t>네이버 로그인</a:t>
            </a:r>
          </a:p>
          <a:p>
            <a:pPr lvl="0" indent="0" marL="0">
              <a:buNone/>
            </a:pPr>
            <a:r>
              <a:rPr/>
              <a:t>OAuth 2.0</a:t>
            </a:r>
            <a:br/>
            <a:r>
              <a:rPr/>
              <a:t>인증 서버</a:t>
            </a:r>
          </a:p>
          <a:p>
            <a:pPr lvl="0" indent="0" marL="0">
              <a:buNone/>
            </a:pPr>
            <a:r>
              <a:rPr/>
              <a:t>인증 완료 콜백</a:t>
            </a:r>
          </a:p>
          <a:p>
            <a:pPr lvl="0" indent="0" marL="0">
              <a:buNone/>
            </a:pPr>
            <a:r>
              <a:rPr/>
              <a:t>번개가입 서버</a:t>
            </a:r>
          </a:p>
          <a:p>
            <a:pPr lvl="0" indent="0" marL="0">
              <a:buNone/>
            </a:pPr>
            <a:r>
              <a:rPr/>
              <a:t>OAuth 처리 &amp;</a:t>
            </a:r>
            <a:br/>
            <a:r>
              <a:rPr/>
              <a:t>SSO 중개 서버</a:t>
            </a:r>
          </a:p>
          <a:p>
            <a:pPr lvl="0" indent="0" marL="0">
              <a:buNone/>
            </a:pPr>
            <a:r>
              <a:rPr/>
              <a:t>SSO 회원생성</a:t>
            </a:r>
          </a:p>
          <a:p>
            <a:pPr lvl="0" indent="0" marL="0">
              <a:buNone/>
            </a:pPr>
            <a:r>
              <a:rPr/>
              <a:t>카페24 SSO</a:t>
            </a:r>
          </a:p>
          <a:p>
            <a:pPr lvl="0" indent="0" marL="0">
              <a:buNone/>
            </a:pPr>
            <a:r>
              <a:rPr/>
              <a:t>쇼핑몰 회원 생성</a:t>
            </a:r>
            <a:br/>
            <a:r>
              <a:rPr/>
              <a:t>&amp; 로그인 처리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위젯 로드 — 쇼핑몰 회원가입 페이지에 번개가입 위젯이 표시됨</a:t>
            </a:r>
          </a:p>
          <a:p>
            <a:pPr lvl="0" indent="0" marL="0">
              <a:buNone/>
            </a:pPr>
            <a:r>
              <a:rPr/>
              <a:t>카페24 쇼핑몰 운영자가 번개가입 스크립트를 설치하면, 회원가입/로그인 페이지에 소셜 로그인 버튼 위젯이 자동으로 삽입됩니다. 고객은 "네이버로 시작하기" 버튼을 확인합니다.</a:t>
            </a:r>
          </a:p>
          <a:p>
            <a:pPr lvl="0" indent="0" marL="0">
              <a:buNone/>
            </a:pPr>
            <a:r>
              <a:rPr/>
              <a:t>쇼핑몰 고객 번개가입 위젯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네이버 로그인 버튼 클릭 — OAuth 2.0 인증 플로우 시작</a:t>
            </a:r>
          </a:p>
          <a:p>
            <a:pPr lvl="0" indent="0" marL="0">
              <a:buNone/>
            </a:pPr>
            <a:r>
              <a:rPr/>
              <a:t>고객이 "네이버로 시작하기" 버튼을 클릭하면, 번개가입 서버가 생성한 네이버 OAuth 인증 URL로 리다이렉트됩니다. 네이버 로그인 화면이 표시됩니다.</a:t>
            </a:r>
          </a:p>
          <a:p>
            <a:pPr lvl="0" indent="0" marL="0">
              <a:buNone/>
            </a:pPr>
            <a:r>
              <a:rPr/>
              <a:t>쇼핑몰 고객 네이버 로그인 번개가입 서버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네이버 계정 인증 — 동의 및 인증 완료</a:t>
            </a:r>
          </a:p>
          <a:p>
            <a:pPr lvl="0" indent="0" marL="0">
              <a:buNone/>
            </a:pPr>
            <a:r>
              <a:rPr/>
              <a:t>고객이 네이버 계정으로 로그인하고 정보 제공에 동의합니다. 네이버 인증 서버는 authorization code를 번개가입 서버의 콜백 URL로 전달합니다.</a:t>
            </a:r>
          </a:p>
          <a:p>
            <a:pPr lvl="0" indent="0" marL="0">
              <a:buNone/>
            </a:pPr>
            <a:r>
              <a:rPr/>
              <a:t>쇼핑몰 고객 네이버 로그인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사용자 정보 수신 — 번개가입 서버에서 토큰 교환 및 프로필 조회</a:t>
            </a:r>
          </a:p>
          <a:p>
            <a:pPr lvl="0" indent="0" marL="0">
              <a:buNone/>
            </a:pPr>
            <a:r>
              <a:rPr/>
              <a:t>번개가입 서버는 authorization code를 access token으로 교환하고, 네이버 프로필 API를 호출하여 이메일과 이름을 수신합니다. 수신된 정보는 카페24 회원 생성에만 사용됩니다.</a:t>
            </a:r>
          </a:p>
          <a:p>
            <a:pPr lvl="0" indent="0" marL="0">
              <a:buNone/>
            </a:pPr>
            <a:r>
              <a:rPr/>
              <a:t>번개가입 서버 네이버 로그인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카페24 SSO 회원가입 — 소셜 정보로 쇼핑몰 회원 자동 생성</a:t>
            </a:r>
          </a:p>
          <a:p>
            <a:pPr lvl="0" indent="0" marL="0">
              <a:buNone/>
            </a:pPr>
            <a:r>
              <a:rPr/>
              <a:t>번개가입 서버는 카페24 SSO API를 통해 수신된 이메일·이름으로 쇼핑몰 회원 계정을 자동 생성합니다. 기존 회원이면 로그인 처리됩니다.</a:t>
            </a:r>
          </a:p>
          <a:p>
            <a:pPr lvl="0" indent="0" marL="0">
              <a:buNone/>
            </a:pPr>
            <a:r>
              <a:rPr/>
              <a:t>번개가입 서버 카페24 SSO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회원가입 완료 — 고객이 쇼핑몰에 로그인된 상태로 진입</a:t>
            </a:r>
          </a:p>
          <a:p>
            <a:pPr lvl="0" indent="0" marL="0">
              <a:buNone/>
            </a:pPr>
            <a:r>
              <a:rPr/>
              <a:t>카페24가 발급한 로그인 세션과 함께 고객은 쇼핑몰 메인으로 리다이렉트됩니다. 별도의 추가 입력 없이 회원가입과 로그인이 동시에 완료됩니다.</a:t>
            </a:r>
          </a:p>
          <a:p>
            <a:pPr lvl="0" indent="0" marL="0">
              <a:buNone/>
            </a:pPr>
            <a:r>
              <a:rPr/>
              <a:t>쇼핑몰 고객 카페24 쇼핑몰</a:t>
            </a:r>
          </a:p>
          <a:p>
            <a:pPr lvl="0" indent="0" marL="0">
              <a:buNone/>
            </a:pPr>
            <a:r>
              <a:rPr/>
              <a:t>3 주요 기능 설명</a:t>
            </a:r>
          </a:p>
          <a:p>
            <a:pPr lvl="0" indent="0" marL="0">
              <a:buNone/>
            </a:pPr>
            <a:r>
              <a:rPr/>
              <a:t>번개가입의 세 가지 핵심 기능 구성 요소를 설명합니다.</a:t>
            </a:r>
          </a:p>
          <a:p>
            <a:pPr lvl="0" indent="0" marL="0">
              <a:buNone/>
            </a:pPr>
            <a:r>
              <a:rPr/>
              <a:t>WIDGET</a:t>
            </a:r>
          </a:p>
          <a:p>
            <a:pPr lvl="0" indent="0" marL="0">
              <a:buNone/>
            </a:pPr>
            <a:r>
              <a:rPr/>
              <a:t>소셜 로그인 위젯</a:t>
            </a:r>
          </a:p>
          <a:p>
            <a:pPr lvl="0" indent="0" marL="0">
              <a:buNone/>
            </a:pPr>
            <a:r>
              <a:rPr/>
              <a:t>쇼핑몰 회원가입·로그인 페이지에 삽입되는 버튼 UI 컴포넌트</a:t>
            </a:r>
          </a:p>
          <a:p>
            <a:pPr lvl="0" indent="0" marL="0">
              <a:buNone/>
            </a:pPr>
            <a:r>
              <a:rPr/>
              <a:t>번개가입 위젯은 카페24 쇼핑몰의 회원가입 및 로그인 페이지에 JavaScript 스니펫 한 줄로 삽입됩니다. 위젯은 운영자가 활성화한 소셜 프로바이더(네이버, 카카오, 구글, 애플)의 버튼을 자동으로 표시합니다.</a:t>
            </a:r>
          </a:p>
          <a:p>
            <a:pPr lvl="0"/>
            <a:r>
              <a:rPr/>
              <a:t>지원 프로바이더: 네이버, 카카오, 구글, 애플 (운영자가 개별 활성화)</a:t>
            </a:r>
          </a:p>
          <a:p>
            <a:pPr lvl="0"/>
            <a:r>
              <a:rPr/>
              <a:t>쇼핑몰 테마 색상에 맞춰 버튼 색상·크기·레이아웃 커스터마이징 가능</a:t>
            </a:r>
          </a:p>
          <a:p>
            <a:pPr lvl="0"/>
            <a:r>
              <a:rPr/>
              <a:t>모바일·PC 반응형 디자인 지원</a:t>
            </a:r>
          </a:p>
          <a:p>
            <a:pPr lvl="0"/>
            <a:r>
              <a:rPr/>
              <a:t>스크립트 삽입만으로 설치 완료 (별도 서버 설치 불필요)</a:t>
            </a:r>
          </a:p>
          <a:p>
            <a:pPr lvl="0" indent="0" marL="0">
              <a:buNone/>
            </a:pPr>
            <a:r>
              <a:rPr/>
              <a:t>SSO</a:t>
            </a:r>
          </a:p>
          <a:p>
            <a:pPr lvl="0" indent="0" marL="0">
              <a:buNone/>
            </a:pPr>
            <a:r>
              <a:rPr/>
              <a:t>카페24 SSO 연동</a:t>
            </a:r>
          </a:p>
          <a:p>
            <a:pPr lvl="0" indent="0" marL="0">
              <a:buNone/>
            </a:pPr>
            <a:r>
              <a:rPr/>
              <a:t>소셜 인증과 카페24 회원 시스템을 연결하는 인증 중개 서비스</a:t>
            </a:r>
          </a:p>
          <a:p>
            <a:pPr lvl="0" indent="0" marL="0">
              <a:buNone/>
            </a:pPr>
            <a:r>
              <a:rPr/>
              <a:t>번개가입의 핵심 기술은 소셜 OAuth 인증 결과를 카페24 SSO(Single Sign-On) API로 전달하여 쇼핑몰 회원 계정을 자동으로 생성·연결하는 인증 중개 역할입니다.</a:t>
            </a:r>
          </a:p>
          <a:p>
            <a:pPr lvl="0"/>
            <a:r>
              <a:rPr/>
              <a:t>소셜 OAuth 2.0 인증 → 번개가입 서버 → 카페24 SSO API 순서로 인증 체인 구성</a:t>
            </a:r>
          </a:p>
          <a:p>
            <a:pPr lvl="0"/>
            <a:r>
              <a:rPr/>
              <a:t>네이버에서 수신한 이메일·이름으로 카페24 쇼핑몰 회원 자동 생성</a:t>
            </a:r>
          </a:p>
          <a:p>
            <a:pPr lvl="0"/>
            <a:r>
              <a:rPr/>
              <a:t>기존 쇼핑몰 회원이면 소셜 계정과 연결 후 자동 로그인 처리</a:t>
            </a:r>
          </a:p>
          <a:p>
            <a:pPr lvl="0"/>
            <a:r>
              <a:rPr/>
              <a:t>카페24 멀티쇼핑몰 구조 지원 (쇼핑몰별 개별 설정)</a:t>
            </a:r>
          </a:p>
          <a:p>
            <a:pPr lvl="0" indent="0" marL="0">
              <a:buNone/>
            </a:pPr>
            <a:r>
              <a:rPr/>
              <a:t>DASHBOARD</a:t>
            </a:r>
          </a:p>
          <a:p>
            <a:pPr lvl="0" indent="0" marL="0">
              <a:buNone/>
            </a:pPr>
            <a:r>
              <a:rPr/>
              <a:t>관리자 대시보드</a:t>
            </a:r>
          </a:p>
          <a:p>
            <a:pPr lvl="0" indent="0" marL="0">
              <a:buNone/>
            </a:pPr>
            <a:r>
              <a:rPr/>
              <a:t>쇼핑몰 운영자가 번개가입 서비스를 설정·운영하는 관리 도구</a:t>
            </a:r>
          </a:p>
          <a:p>
            <a:pPr lvl="0" indent="0" marL="0">
              <a:buNone/>
            </a:pPr>
            <a:r>
              <a:rPr/>
              <a:t>쇼핑몰 운영자는 번개가입 대시보드(https://bg.suparain.kr)에서 서비스 전반을 설정하고 가입 현황을 모니터링합니다.</a:t>
            </a:r>
          </a:p>
          <a:p>
            <a:pPr lvl="0"/>
            <a:r>
              <a:rPr/>
              <a:t>가입 통계: 소셜 프로바이더별·기간별 회원가입 수 현황</a:t>
            </a:r>
          </a:p>
          <a:p>
            <a:pPr lvl="0"/>
            <a:r>
              <a:rPr/>
              <a:t>프로바이더 설정: 사용할 소셜 로그인 항목 활성화/비활성화</a:t>
            </a:r>
          </a:p>
          <a:p>
            <a:pPr lvl="0"/>
            <a:r>
              <a:rPr/>
              <a:t>위젯 커스터마이징: 버튼 색상, 크기, 텍스트, 표시 순서 등 조정</a:t>
            </a:r>
          </a:p>
          <a:p>
            <a:pPr lvl="0"/>
            <a:r>
              <a:rPr/>
              <a:t>설치 가이드: 카페24 스크립트 삽입 방법 안내 및 코드 복사</a:t>
            </a:r>
          </a:p>
          <a:p>
            <a:pPr lvl="0" indent="0" marL="0">
              <a:buNone/>
            </a:pPr>
            <a:r>
              <a:rPr/>
              <a:t>4 네이버 로그인 활용 방식</a:t>
            </a:r>
          </a:p>
          <a:p>
            <a:pPr lvl="0" indent="0" marL="0">
              <a:buNone/>
            </a:pPr>
            <a:r>
              <a:rPr/>
              <a:t>번개가입에서 네이버 로그인 API가 어떤 목적으로, 어떤 방식으로 사용되는지 상세히 설명합니다.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네이버 로그인 사용 목적</a:t>
            </a:r>
          </a:p>
          <a:p>
            <a:pPr lvl="0" indent="0" marL="0">
              <a:buNone/>
            </a:pPr>
            <a:r>
              <a:rPr/>
              <a:t>번개가입은 카페24 쇼핑몰 방문 고객이 </a:t>
            </a:r>
            <a:r>
              <a:rPr b="1"/>
              <a:t>네이버 계정을 이용해 쇼핑몰 회원가입 및 로그인을 1-클릭으로 완료</a:t>
            </a:r>
            <a:r>
              <a:rPr/>
              <a:t>할 수 있도록 하기 위해 네이버 로그인 API를 사용합니다.</a:t>
            </a:r>
          </a:p>
          <a:p>
            <a:pPr lvl="0" indent="0" marL="0">
              <a:buNone/>
            </a:pPr>
            <a:r>
              <a:rPr/>
              <a:t>네이버 로그인은 쇼핑몰 자체 회원가입 양식(아이디/비밀번호/이메일 입력 등)을 대체하는 인증 수단으로만 활용됩니다. 소셜 인증이 완료되면 수신된 정보(이메일, 이름)는 카페24 쇼핑몰 회원 계정 생성에만 사용되며, 다른 목적으로 활용되지 않습니다.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사용 주체</a:t>
            </a:r>
          </a:p>
          <a:p>
            <a:pPr lvl="0"/>
            <a:r>
              <a:rPr/>
              <a:t>서비스명 번개가입 (BungaeGaib)</a:t>
            </a:r>
          </a:p>
          <a:p>
            <a:pPr lvl="0"/>
            <a:r>
              <a:rPr/>
              <a:t>인증 방식 OAuth 2.0 Authorization Code Flow</a:t>
            </a:r>
          </a:p>
          <a:p>
            <a:pPr lvl="0"/>
            <a:r>
              <a:rPr/>
              <a:t>콜백 URL https://bg.suparain.kr/auth/callback/naver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사용 맥락</a:t>
            </a:r>
          </a:p>
          <a:p>
            <a:pPr lvl="0"/>
            <a:r>
              <a:rPr/>
              <a:t>표시 위치 카페24 쇼핑몰 회원가입 및 로그인 페이지의 번개가입 위젯 내</a:t>
            </a:r>
          </a:p>
          <a:p>
            <a:pPr lvl="0"/>
            <a:r>
              <a:rPr/>
              <a:t>버튼 텍스트 "네이버로 시작하기" 또는 운영자 설정 텍스트</a:t>
            </a:r>
          </a:p>
          <a:p>
            <a:pPr lvl="0"/>
            <a:r>
              <a:rPr/>
              <a:t>인증 후 처리 네이버 프로필 조회 → 카페24 SSO 회원 생성 → 쇼핑몰 로그인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네이버 로그인이 사용되지 않는 용도</a:t>
            </a:r>
          </a:p>
          <a:p>
            <a:pPr lvl="0"/>
            <a:r>
              <a:rPr/>
              <a:t>마케팅 수신된 사용자 정보를 마케팅·광고 목적으로 사용하지 않음</a:t>
            </a:r>
          </a:p>
          <a:p>
            <a:pPr lvl="0"/>
            <a:r>
              <a:rPr/>
              <a:t>제3자 제공 네이버에서 수신한 정보를 제3자에게 제공하지 않음 (카페24로의 SSO 연동 제외)</a:t>
            </a:r>
          </a:p>
          <a:p>
            <a:pPr lvl="0"/>
            <a:r>
              <a:rPr/>
              <a:t>프로필 연동 네이버 게시물, 친구 목록, 쇼핑 내역 등 소셜 활동 정보에 접근하지 않음</a:t>
            </a:r>
          </a:p>
          <a:p>
            <a:pPr lvl="0" indent="0" marL="0">
              <a:buNone/>
            </a:pPr>
            <a:r>
              <a:rPr/>
              <a:t>5 수집하는 사용자 정보</a:t>
            </a:r>
          </a:p>
          <a:p>
            <a:pPr lvl="0" indent="0" marL="0">
              <a:buNone/>
            </a:pPr>
            <a:r>
              <a:rPr/>
              <a:t>번개가입이 네이버 로그인을 통해 수집하는 정보 항목과 수집 목적을 명시합니다.</a:t>
            </a:r>
          </a:p>
          <a:p>
            <a:pPr lvl="0" indent="0" marL="0">
              <a:buNone/>
            </a:pPr>
            <a:r>
              <a:rPr b="1"/>
              <a:t>중요:</a:t>
            </a:r>
            <a:r>
              <a:rPr/>
              <a:t> 번개가입은 네이버 로그인을 통해 위 3가지 항목만 수집하며, 이 외 어떠한 정보(친구 목록, 네이버 메일 내용, 결제 정보, 위치 정보 등)도 수집하지 않습니다. 수집된 정보는 카페24 쇼핑몰 회원 생성 목적 외에 사용되지 않습니다.</a:t>
            </a:r>
          </a:p>
          <a:p>
            <a:pPr lvl="0" indent="0" marL="0">
              <a:buNone/>
            </a:pPr>
            <a:r>
              <a:rPr/>
              <a:t>6 개인정보 처리</a:t>
            </a:r>
          </a:p>
          <a:p>
            <a:pPr lvl="0" indent="0" marL="0">
              <a:buNone/>
            </a:pPr>
            <a:r>
              <a:rPr/>
              <a:t>수집된 개인정보의 보호 방법과 처리 방침을 설명합니다.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암호화 저장</a:t>
            </a:r>
          </a:p>
          <a:p>
            <a:pPr lvl="0" indent="0" marL="0">
              <a:buNone/>
            </a:pPr>
            <a:r>
              <a:rPr/>
              <a:t>네이버에서 수신한 개인정보(이메일, 이름, 고유 식별자)는 번개가입 서버 데이터베이스에 AES-256-GCM 방식으로 암호화하여 저장됩니다. 평문으로 저장되지 않습니다.</a:t>
            </a:r>
          </a:p>
          <a:p>
            <a:pPr lvl="0" indent="0" marL="0">
              <a:buNone/>
            </a:pPr>
            <a:r>
              <a:rPr/>
              <a:t>AES-256-GCM 암호화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전송 구간 보호</a:t>
            </a:r>
          </a:p>
          <a:p>
            <a:pPr lvl="0" indent="0" marL="0">
              <a:buNone/>
            </a:pPr>
            <a:r>
              <a:rPr/>
              <a:t>모든 데이터 송수신은 HTTPS(TLS 1.2 이상)를 통해 이루어집니다. 네이버 인증 서버와 번개가입 서버, 카페24 API 간의 모든 통신이 암호화됩니다.</a:t>
            </a:r>
          </a:p>
          <a:p>
            <a:pPr lvl="0" indent="0" marL="0">
              <a:buNone/>
            </a:pPr>
            <a:r>
              <a:rPr/>
              <a:t>HTTPS / TLS 1.2+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보존 기간 및 파기</a:t>
            </a:r>
          </a:p>
          <a:p>
            <a:pPr lvl="0" indent="0" marL="0">
              <a:buNone/>
            </a:pPr>
            <a:r>
              <a:rPr/>
              <a:t>개인정보는 서비스 이용 기간 동안 보존됩니다. 이용자가 연동 해제 또는 회원 탈퇴를 요청하면 관련 개인정보를 즉시 삭제 처리합니다.</a:t>
            </a:r>
          </a:p>
          <a:p>
            <a:pPr lvl="0" indent="0" marL="0">
              <a:buNone/>
            </a:pPr>
            <a:r>
              <a:rPr/>
              <a:t>탈퇴 요청 시 즉시 삭제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제3자 제공 제한</a:t>
            </a:r>
          </a:p>
          <a:p>
            <a:pPr lvl="0" indent="0" marL="0">
              <a:buNone/>
            </a:pPr>
            <a:r>
              <a:rPr/>
              <a:t>수집된 개인정보는 카페24 SSO 회원가입 처리에 필요한 최소한의 범위에서만 카페24 플랫폼으로 전달됩니다. 다른 제3자에게 제공되지 않습니다.</a:t>
            </a:r>
          </a:p>
          <a:p>
            <a:pPr lvl="0" indent="0" marL="0">
              <a:buNone/>
            </a:pPr>
            <a:r>
              <a:rPr/>
              <a:t>카페24 SSO 처리 목적만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접근 통제</a:t>
            </a:r>
          </a:p>
          <a:p>
            <a:pPr lvl="0" indent="0" marL="0">
              <a:buNone/>
            </a:pPr>
            <a:r>
              <a:rPr/>
              <a:t>개인정보에 접근 가능한 직원을 최소화하고, 접근 이력을 기록·관리합니다. 불필요한 개인정보 접근이 발생하지 않도록 내부 접근 권한을 엄격히 제한합니다.</a:t>
            </a:r>
          </a:p>
          <a:p>
            <a:pPr lvl="0" indent="0" marL="0">
              <a:buNone/>
            </a:pPr>
            <a:r>
              <a:rPr/>
              <a:t>최소 권한 원칙 적용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이용자 권리 보장</a:t>
            </a:r>
          </a:p>
          <a:p>
            <a:pPr lvl="0" indent="0" marL="0">
              <a:buNone/>
            </a:pPr>
            <a:r>
              <a:rPr/>
              <a:t>이용자는 언제든지 자신의 개인정보 조회, 수정, 삭제, 처리 정지를 요청할 수 있습니다. 요청 접수 후 지체 없이 처리합니다.</a:t>
            </a:r>
          </a:p>
          <a:p>
            <a:pPr lvl="0" indent="0" marL="0">
              <a:buNone/>
            </a:pPr>
            <a:r>
              <a:rPr/>
              <a:t>조회·수정·삭제 권리 보장</a:t>
            </a:r>
          </a:p>
          <a:p>
            <a:pPr lvl="0" indent="0" marL="0">
              <a:buNone/>
            </a:pPr>
            <a:r>
              <a:rPr/>
              <a:t>개인정보처리방침 </a:t>
            </a:r>
            <a:r>
              <a:rPr>
                <a:hlinkClick r:id="rId5"/>
              </a:rPr>
              <a:t>https://bg.suparain.kr/privacy</a:t>
            </a:r>
          </a:p>
          <a:p>
            <a:pPr lvl="0" indent="0" marL="0">
              <a:buNone/>
            </a:pPr>
            <a:r>
              <a:rPr/>
              <a:t>7 운영사 정보</a:t>
            </a:r>
          </a:p>
          <a:p>
            <a:pPr lvl="0" indent="0" marL="0">
              <a:buNone/>
            </a:pPr>
            <a:r>
              <a:rPr/>
              <a:t>번개가입 서비스를 운영하는 법인 정보입니다.</a:t>
            </a:r>
          </a:p>
          <a:p>
            <a:pPr lvl="0" indent="0" marL="0">
              <a:buNone/>
            </a:pPr>
            <a:r>
              <a:rPr/>
              <a:t>주식회사 수파레인</a:t>
            </a:r>
          </a:p>
          <a:p>
            <a:pPr lvl="0" indent="0" marL="0">
              <a:buNone/>
            </a:pPr>
            <a:r>
              <a:rPr/>
              <a:t>Suparain Co., Ltd.</a:t>
            </a:r>
          </a:p>
          <a:p>
            <a:pPr lvl="0" indent="0" marL="0">
              <a:buNone/>
            </a:pPr>
            <a:r>
              <a:rPr/>
              <a:t>사업자등록번호 716-88-01081</a:t>
            </a:r>
          </a:p>
          <a:p>
            <a:pPr lvl="0" indent="0" marL="0">
              <a:buNone/>
            </a:pPr>
            <a:r>
              <a:rPr/>
              <a:t>대표이사 임호빈</a:t>
            </a:r>
          </a:p>
          <a:p>
            <a:pPr lvl="0" indent="0" marL="0">
              <a:buNone/>
            </a:pPr>
            <a:r>
              <a:rPr/>
              <a:t>주소 경기도 김포시 태장로 789 금광하이테크시티 465호</a:t>
            </a:r>
          </a:p>
          <a:p>
            <a:pPr lvl="0" indent="0" marL="0">
              <a:buNone/>
            </a:pPr>
            <a:r>
              <a:rPr/>
              <a:t>서비스 URL </a:t>
            </a:r>
            <a:r>
              <a:rPr>
                <a:hlinkClick r:id="rId6"/>
              </a:rPr>
              <a:t>https://bg.suparain.kr</a:t>
            </a:r>
          </a:p>
          <a:p>
            <a:pPr lvl="0" indent="0" marL="0">
              <a:buNone/>
            </a:pPr>
            <a:r>
              <a:rPr/>
              <a:t>개인정보처리방침 </a:t>
            </a:r>
            <a:r>
              <a:rPr>
                <a:hlinkClick r:id="rId7"/>
              </a:rPr>
              <a:t>https://bg.suparain.kr/privacy</a:t>
            </a:r>
          </a:p>
          <a:p>
            <a:pPr lvl="0" indent="0" marL="0">
              <a:buNone/>
            </a:pPr>
            <a:r>
              <a:rPr/>
              <a:t>이용약관 </a:t>
            </a:r>
            <a:r>
              <a:rPr>
                <a:hlinkClick r:id="rId8"/>
              </a:rPr>
              <a:t>https://bg.suparain.kr/terms</a:t>
            </a:r>
          </a:p>
          <a:p>
            <a:pPr lvl="0" indent="0" marL="0">
              <a:buNone/>
            </a:pPr>
            <a:r>
              <a:rPr b="1"/>
              <a:t>번개가입 (BungaeGaib)</a:t>
            </a:r>
            <a:r>
              <a:rPr/>
              <a:t>  |  주식회사 수파레인</a:t>
            </a:r>
            <a:br/>
            <a:r>
              <a:rPr/>
              <a:t>사업자등록번호 716-88-01081  |  경기도 김포시 태장로 789 금광하이테크시티 465호</a:t>
            </a:r>
            <a:br/>
            <a:r>
              <a:rPr/>
              <a:t>본 문서는 네이버 로그인 검수 목적으로 작성된 서비스 소개자료입니다.  |  작성일: 2026-03-30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번개가입 서비스 소개 — 네이버 로그인 검수용</dc:title>
  <dc:creator/>
  <cp:keywords/>
  <dcterms:created xsi:type="dcterms:W3CDTF">2026-03-30T09:09:06Z</dcterms:created>
  <dcterms:modified xsi:type="dcterms:W3CDTF">2026-03-30T09:09:06Z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